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4688800" cy="3566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3" d="100"/>
          <a:sy n="13" d="100"/>
        </p:scale>
        <p:origin x="15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1660" y="5836288"/>
            <a:ext cx="20985480" cy="12415520"/>
          </a:xfrm>
        </p:spPr>
        <p:txBody>
          <a:bodyPr anchor="b"/>
          <a:lstStyle>
            <a:lvl1pPr algn="ctr">
              <a:defRPr sz="1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6100" y="18730598"/>
            <a:ext cx="18516600" cy="8609962"/>
          </a:xfrm>
        </p:spPr>
        <p:txBody>
          <a:bodyPr/>
          <a:lstStyle>
            <a:lvl1pPr marL="0" indent="0" algn="ctr">
              <a:buNone/>
              <a:defRPr sz="6480"/>
            </a:lvl1pPr>
            <a:lvl2pPr marL="1234440" indent="0" algn="ctr">
              <a:buNone/>
              <a:defRPr sz="5400"/>
            </a:lvl2pPr>
            <a:lvl3pPr marL="2468880" indent="0" algn="ctr">
              <a:buNone/>
              <a:defRPr sz="4860"/>
            </a:lvl3pPr>
            <a:lvl4pPr marL="3703320" indent="0" algn="ctr">
              <a:buNone/>
              <a:defRPr sz="4320"/>
            </a:lvl4pPr>
            <a:lvl5pPr marL="4937760" indent="0" algn="ctr">
              <a:buNone/>
              <a:defRPr sz="4320"/>
            </a:lvl5pPr>
            <a:lvl6pPr marL="6172200" indent="0" algn="ctr">
              <a:buNone/>
              <a:defRPr sz="4320"/>
            </a:lvl6pPr>
            <a:lvl7pPr marL="7406640" indent="0" algn="ctr">
              <a:buNone/>
              <a:defRPr sz="4320"/>
            </a:lvl7pPr>
            <a:lvl8pPr marL="8641080" indent="0" algn="ctr">
              <a:buNone/>
              <a:defRPr sz="4320"/>
            </a:lvl8pPr>
            <a:lvl9pPr marL="9875520" indent="0" algn="ctr">
              <a:buNone/>
              <a:defRPr sz="4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3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498" y="8890646"/>
            <a:ext cx="21294090" cy="14834232"/>
          </a:xfrm>
        </p:spPr>
        <p:txBody>
          <a:bodyPr anchor="b"/>
          <a:lstStyle>
            <a:lvl1pPr>
              <a:defRPr sz="1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498" y="23865216"/>
            <a:ext cx="21294090" cy="7800972"/>
          </a:xfrm>
        </p:spPr>
        <p:txBody>
          <a:bodyPr/>
          <a:lstStyle>
            <a:lvl1pPr marL="0" indent="0">
              <a:buNone/>
              <a:defRPr sz="6480">
                <a:solidFill>
                  <a:schemeClr val="tx1"/>
                </a:solidFill>
              </a:defRPr>
            </a:lvl1pPr>
            <a:lvl2pPr marL="12344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2pPr>
            <a:lvl3pPr marL="2468880" indent="0">
              <a:buNone/>
              <a:defRPr sz="4860">
                <a:solidFill>
                  <a:schemeClr val="tx1">
                    <a:tint val="75000"/>
                  </a:schemeClr>
                </a:solidFill>
              </a:defRPr>
            </a:lvl3pPr>
            <a:lvl4pPr marL="370332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4pPr>
            <a:lvl5pPr marL="49377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5pPr>
            <a:lvl6pPr marL="617220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6pPr>
            <a:lvl7pPr marL="740664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7pPr>
            <a:lvl8pPr marL="864108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8pPr>
            <a:lvl9pPr marL="987552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2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7355" y="9493250"/>
            <a:ext cx="10492740" cy="226269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98705" y="9493250"/>
            <a:ext cx="10492740" cy="226269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9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1898658"/>
            <a:ext cx="21294090" cy="68929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573" y="8742048"/>
            <a:ext cx="10444518" cy="4284342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00573" y="13026390"/>
            <a:ext cx="10444518" cy="191598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98706" y="8742048"/>
            <a:ext cx="10495956" cy="4284342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98706" y="13026390"/>
            <a:ext cx="10495956" cy="191598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9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9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2377440"/>
            <a:ext cx="7962781" cy="832104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956" y="5134618"/>
            <a:ext cx="12498705" cy="25342850"/>
          </a:xfrm>
        </p:spPr>
        <p:txBody>
          <a:bodyPr/>
          <a:lstStyle>
            <a:lvl1pPr>
              <a:defRPr sz="8640"/>
            </a:lvl1pPr>
            <a:lvl2pPr>
              <a:defRPr sz="7560"/>
            </a:lvl2pPr>
            <a:lvl3pPr>
              <a:defRPr sz="648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10698480"/>
            <a:ext cx="7962781" cy="19820258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71" y="2377440"/>
            <a:ext cx="7962781" cy="832104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95956" y="5134618"/>
            <a:ext cx="12498705" cy="25342850"/>
          </a:xfrm>
        </p:spPr>
        <p:txBody>
          <a:bodyPr anchor="t"/>
          <a:lstStyle>
            <a:lvl1pPr marL="0" indent="0">
              <a:buNone/>
              <a:defRPr sz="8640"/>
            </a:lvl1pPr>
            <a:lvl2pPr marL="1234440" indent="0">
              <a:buNone/>
              <a:defRPr sz="7560"/>
            </a:lvl2pPr>
            <a:lvl3pPr marL="2468880" indent="0">
              <a:buNone/>
              <a:defRPr sz="6480"/>
            </a:lvl3pPr>
            <a:lvl4pPr marL="3703320" indent="0">
              <a:buNone/>
              <a:defRPr sz="5400"/>
            </a:lvl4pPr>
            <a:lvl5pPr marL="4937760" indent="0">
              <a:buNone/>
              <a:defRPr sz="5400"/>
            </a:lvl5pPr>
            <a:lvl6pPr marL="6172200" indent="0">
              <a:buNone/>
              <a:defRPr sz="5400"/>
            </a:lvl6pPr>
            <a:lvl7pPr marL="7406640" indent="0">
              <a:buNone/>
              <a:defRPr sz="5400"/>
            </a:lvl7pPr>
            <a:lvl8pPr marL="8641080" indent="0">
              <a:buNone/>
              <a:defRPr sz="5400"/>
            </a:lvl8pPr>
            <a:lvl9pPr marL="9875520" indent="0">
              <a:buNone/>
              <a:defRPr sz="5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0571" y="10698480"/>
            <a:ext cx="7962781" cy="19820258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9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0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67924" y="1898650"/>
            <a:ext cx="5323523" cy="302215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7356" y="1898650"/>
            <a:ext cx="15661958" cy="302215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7355" y="1898658"/>
            <a:ext cx="21294090" cy="6892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7355" y="9493250"/>
            <a:ext cx="21294090" cy="22626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97355" y="33053028"/>
            <a:ext cx="5554980" cy="189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089FD-E2DE-4919-9ABB-6C7ECF69F567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78165" y="33053028"/>
            <a:ext cx="8332470" cy="189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36465" y="33053028"/>
            <a:ext cx="5554980" cy="189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7A93E-02C5-4B6A-8313-BD2F3033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2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68880" rtl="0" eaLnBrk="1" latinLnBrk="0" hangingPunct="1">
        <a:lnSpc>
          <a:spcPct val="90000"/>
        </a:lnSpc>
        <a:spcBef>
          <a:spcPct val="0"/>
        </a:spcBef>
        <a:buNone/>
        <a:defRPr sz="11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7220" indent="-617220" algn="l" defTabSz="246888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8516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555498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78942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80238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92583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104927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3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220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6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10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55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CE7DBF-4DD2-4DDF-B320-DC3EB87569BE}"/>
              </a:ext>
            </a:extLst>
          </p:cNvPr>
          <p:cNvSpPr txBox="1"/>
          <p:nvPr/>
        </p:nvSpPr>
        <p:spPr>
          <a:xfrm flipH="1">
            <a:off x="932178" y="1524000"/>
            <a:ext cx="228244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Helvetica" panose="020B0604020202020204" pitchFamily="34" charset="0"/>
                <a:cs typeface="Helvetica" panose="020B0604020202020204" pitchFamily="34" charset="0"/>
              </a:rPr>
              <a:t>An Embedding Framework for Calibrated Polyhedral Surrogates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244ECC69-1237-499D-9A4B-FE32EC7EA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00" y="4324767"/>
            <a:ext cx="5740400" cy="2557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970532-DC8E-45C4-96A4-C6CE735BB1C2}"/>
              </a:ext>
            </a:extLst>
          </p:cNvPr>
          <p:cNvSpPr txBox="1"/>
          <p:nvPr/>
        </p:nvSpPr>
        <p:spPr>
          <a:xfrm flipH="1">
            <a:off x="932178" y="5095768"/>
            <a:ext cx="17508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Jessie Finocchiaro, Rafael </a:t>
            </a:r>
            <a:r>
              <a:rPr lang="en-US" sz="6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Frongillo</a:t>
            </a:r>
            <a:r>
              <a:rPr lang="en-US" sz="6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Bo Waggoner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11C5-8F42-4F23-A670-1F39A4791443}"/>
              </a:ext>
            </a:extLst>
          </p:cNvPr>
          <p:cNvSpPr txBox="1"/>
          <p:nvPr/>
        </p:nvSpPr>
        <p:spPr>
          <a:xfrm>
            <a:off x="3590288" y="17830800"/>
            <a:ext cx="17508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Helvetica" panose="020B0604020202020204" pitchFamily="34" charset="0"/>
                <a:cs typeface="Helvetica" panose="020B0604020202020204" pitchFamily="34" charset="0"/>
              </a:rPr>
              <a:t>Poster in progress; please revisit later.</a:t>
            </a:r>
          </a:p>
        </p:txBody>
      </p:sp>
    </p:spTree>
    <p:extLst>
      <p:ext uri="{BB962C8B-B14F-4D97-AF65-F5344CB8AC3E}">
        <p14:creationId xmlns:p14="http://schemas.microsoft.com/office/powerpoint/2010/main" val="63350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Jessie Finocchiaro</dc:creator>
  <cp:lastModifiedBy>Jessie Finocchiaro</cp:lastModifiedBy>
  <cp:revision>1</cp:revision>
  <dcterms:created xsi:type="dcterms:W3CDTF">2019-10-25T17:49:25Z</dcterms:created>
  <dcterms:modified xsi:type="dcterms:W3CDTF">2019-10-25T17:55:11Z</dcterms:modified>
</cp:coreProperties>
</file>