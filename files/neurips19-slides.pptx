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40" d="100"/>
          <a:sy n="40" d="100"/>
        </p:scale>
        <p:origin x="8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7AAF-E976-4338-A2A9-B7704AF20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8B969-73C0-4ACA-89D6-CE6FAD02F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DDB36-6B26-4D9F-BDD5-08F544F2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C23CF-09A3-4D11-B430-1178046A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A79EC-888B-402E-8B91-EAA78BA9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37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CFF8-2E1A-471C-90C6-BDA82BBE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0D89-D3EE-45AF-8C34-3E2F90437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B4FA8-C2A6-45C3-A854-6DB71831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7C3FC-5037-486C-9145-22089B3F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F226-494F-4A65-A425-450F7813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7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DE2F-43C4-45FE-9CA7-44ED89DC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304B5-A0A2-4A5A-9125-711EBBEF9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8806C-022E-4D41-A9E4-0795495F8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793AC-A08A-48DC-8879-6BF5AB33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4AF09-7305-44DA-B196-33DAA885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15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F18F-F378-46C6-B53C-34BCC098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85845-EC34-4B9A-8E05-42C4C30BB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FCB75-47FC-41F3-B8B6-55D1335BE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007BE-B0DF-4365-A0C5-3D44E44B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D9F70-86C7-4E3A-A37C-CF7C210C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FCDD5-DB74-47E1-A9AB-713BE843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59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71CD-474E-476E-87EF-E933BEE2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E85CD-01C3-4C72-945B-555B56DF6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F5891-5451-4784-B765-3EEAD5A2E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A49BA7-FB7F-4AAE-B7C9-4BB6B4900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0A2A2-CE1B-496A-8A1B-1B658C62B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ED615D-23F0-4C0F-BE46-CCBED6972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5E9519-BAD1-46F2-88C9-7D5524BBC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1643C-8B95-4ACA-801F-D4B6D893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7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670E-BBA7-44DD-93E4-A8B86294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6EFC4-542D-4752-B528-926BB7A9C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9CB03-79BD-4B52-B39F-06FEA5E2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E642E-2909-4A3D-A660-745837E3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08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DD2F3-E851-466E-AB48-C41DE8A34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5E20D-049B-4383-8F23-7E2FD6867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6606F-2348-4181-9C1E-4708B103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0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6C11-971E-4580-9A48-605447D88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80A78-57B7-4931-B784-F6ACB244F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DB3BC-167E-4273-A44C-342EFEC81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5237B-DBB6-4E21-82B0-BFB91556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D341-A7F1-416A-B9D6-946547C93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EB515-71FA-403C-8D99-FB652371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6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69CF-6EA8-4779-B7E5-95EEBADE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E04DE-53E1-484A-B624-9113727B9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3971E-022F-4B6D-BBB8-7193628A9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8850D-0A44-4989-8805-1DE2F14D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70BEF-8E4E-46B7-8DDD-B0240A83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DB9E4-F221-4454-B6D9-6FA7F03F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5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7FAC-054F-43CC-B2DC-9596BF88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B79DB-D778-4D4A-B669-A315C2757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DA8CA-EDFF-49F0-BA79-D8118718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306A3-55F7-45F3-BF92-4ABF9DB0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79115-4E4F-41B1-A7FB-17DB05A5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2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47F31-654E-4854-BE0C-E00A66216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90ED0-4DDE-405B-91BC-805418289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3E49A-C2A2-4BE0-9E9B-89BFC2A9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0F9C8-19EC-4694-A885-9CED23D3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A6A31-1B25-448A-B774-1CE722D1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82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C31FA2-E9A5-4F62-817B-7D21E086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26740-0D78-4DEB-BB01-F92D7773A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ACE29-1256-48D2-9B68-AE84751C6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7B37A-9A0E-45A6-A6F3-126D1F77734A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59862-1330-445B-970F-146B87BFA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AF552-B8C0-4777-B7EF-8A5FD5722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44513-E583-4AA9-AD41-6B158563C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8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D5F6-E908-4C22-BA19-7AFBB7FBEC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 Embedding Framework for Consistent Polyhedral Surrogates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78B05-EEF8-4DC3-8EF7-B71EE54EEE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Jessie Finocchiaro*, Rafael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Frongillo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*, Bo Waggoner*</a:t>
            </a:r>
            <a:r>
              <a:rPr lang="en-U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*CU Boulder</a:t>
            </a:r>
          </a:p>
          <a:p>
            <a:r>
              <a:rPr lang="en-U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Microsoft Research NYC</a:t>
            </a:r>
            <a:endParaRPr lang="en-US" baseline="30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901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CADB-7FB9-4584-A8D1-33971C3F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Slides in progress.  Check back later.</a:t>
            </a:r>
          </a:p>
        </p:txBody>
      </p:sp>
    </p:spTree>
    <p:extLst>
      <p:ext uri="{BB962C8B-B14F-4D97-AF65-F5344CB8AC3E}">
        <p14:creationId xmlns:p14="http://schemas.microsoft.com/office/powerpoint/2010/main" val="122844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Office Theme</vt:lpstr>
      <vt:lpstr>An Embedding Framework for Consistent Polyhedral Surrogates</vt:lpstr>
      <vt:lpstr>Slides in progress.  Check back later.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Embedding Framework for Consistent Polyhedral Surrogates</dc:title>
  <dc:creator>Jessie Finocchiaro</dc:creator>
  <cp:lastModifiedBy>Jessie Finocchiaro</cp:lastModifiedBy>
  <cp:revision>2</cp:revision>
  <dcterms:created xsi:type="dcterms:W3CDTF">2019-10-25T17:45:49Z</dcterms:created>
  <dcterms:modified xsi:type="dcterms:W3CDTF">2019-10-25T17:48:56Z</dcterms:modified>
</cp:coreProperties>
</file>